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10D807-1708-4D13-A449-2ADC5459F26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3FCEEC-B15E-4396-B9AB-975C67E3FA8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B384AC-88D7-4B87-B42E-75A3A2DB102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A472935-AE4A-4967-8A5C-DAEC9537BCF6}" type="slidenum"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dde8cb"/>
            </a:gs>
            <a:gs pos="100000">
              <a:srgbClr val="ffd7d7"/>
            </a:gs>
          </a:gsLst>
          <a:lin ang="36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b="0" lang="ru-RU" sz="54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Представители первой волны русской эмиграции</a:t>
            </a:r>
            <a:endParaRPr b="0" lang="ru-RU" sz="5400" strike="noStrike" u="none">
              <a:solidFill>
                <a:srgbClr val="ff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dde8cb"/>
            </a:gs>
            <a:gs pos="100000">
              <a:srgbClr val="ffd7d7"/>
            </a:gs>
          </a:gsLst>
          <a:lin ang="36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Иван Алексеевич Бунин</a:t>
            </a:r>
            <a:endParaRPr b="0" lang="ru-RU" sz="4400" strike="noStrike" u="none">
              <a:solidFill>
                <a:srgbClr val="ff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500" lnSpcReduction="19999"/>
          </a:bodyPr>
          <a:p>
            <a:pPr marL="432000" indent="0">
              <a:spcBef>
                <a:spcPts val="1417"/>
              </a:spcBef>
              <a:buNone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Писатель, лауреат Нобелевской премии по литературе (1933)   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Родился в 1870 году в Воронежской губернии. Один из крупнейших прозаиков Серебряного века. Эмигрировал из России в 1920 году.   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Причина эмиграции: добровольный уход из страны после Октябрьской революции, как убеждённый противник большевистской власти.   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Страны проживания: Россия, Турция, Франция.   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Место захоронения: кладбище Мессижак, пригород Парижа, Франция. 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" name="" descr=""/>
          <p:cNvPicPr/>
          <p:nvPr/>
        </p:nvPicPr>
        <p:blipFill>
          <a:blip r:embed="rId1"/>
          <a:stretch/>
        </p:blipFill>
        <p:spPr>
          <a:xfrm>
            <a:off x="5512680" y="1326600"/>
            <a:ext cx="4066920" cy="3047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dde8cb"/>
            </a:gs>
            <a:gs pos="100000">
              <a:srgbClr val="ffd7d7"/>
            </a:gs>
          </a:gsLst>
          <a:lin ang="36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Сергей Васильевич Рахманинов</a:t>
            </a:r>
            <a:endParaRPr b="0" lang="ru-RU" sz="4400" strike="noStrike" u="none">
              <a:solidFill>
                <a:srgbClr val="ff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500" lnSpcReduction="19999"/>
          </a:bodyPr>
          <a:p>
            <a:pPr marL="432000" indent="0">
              <a:spcBef>
                <a:spcPts val="1417"/>
              </a:spcBef>
              <a:buNone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Композитор, пианист, дирижёр   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Родился в 1873 году в Новгородской губернии. После революции покинул Россию и продолжил карьеру в Европе и США.   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Причина эмиграции: неприятие советской власти и невозможность свободного творчества в новых политических условиях.   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Страны проживания: Россия, Швейцария, Германия, Франция, США.   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Место захоронения: кладбище Кеннсик, штат Нью-Йорк, США. 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" name="" descr=""/>
          <p:cNvPicPr/>
          <p:nvPr/>
        </p:nvPicPr>
        <p:blipFill>
          <a:blip r:embed="rId1"/>
          <a:stretch/>
        </p:blipFill>
        <p:spPr>
          <a:xfrm>
            <a:off x="5760000" y="1440000"/>
            <a:ext cx="3876480" cy="3047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dde8cb"/>
            </a:gs>
            <a:gs pos="100000">
              <a:srgbClr val="ffd7d7"/>
            </a:gs>
          </a:gsLst>
          <a:lin ang="36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Дмитрий Сергеевич Мережковский</a:t>
            </a:r>
            <a:endParaRPr b="0" lang="ru-RU" sz="4400" strike="noStrike" u="none">
              <a:solidFill>
                <a:srgbClr val="ff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500" lnSpcReduction="19999"/>
          </a:bodyPr>
          <a:p>
            <a:pPr marL="432000" indent="0">
              <a:spcBef>
                <a:spcPts val="1417"/>
              </a:spcBef>
              <a:buNone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Писатель, философ, критик, один из основателей символизма   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Родился в 1865 году в Санкт-Петербурге. Эмигрировал в 1918 году. Активно участвовал в культурной и религиозно-философской жизни зарубежья.   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Причина эмиграции: политическое и идеологическое неприятие большевизма; опасность репрессий как видного интеллектуала.   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Страны проживания: Россия, Италия, Франция, Греция.   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Место захоронения: кладбище Тестаччо, Италия (Рим). 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" name="" descr=""/>
          <p:cNvPicPr/>
          <p:nvPr/>
        </p:nvPicPr>
        <p:blipFill>
          <a:blip r:embed="rId1"/>
          <a:stretch/>
        </p:blipFill>
        <p:spPr>
          <a:xfrm>
            <a:off x="5940000" y="1272240"/>
            <a:ext cx="2619000" cy="3047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dde8cb"/>
            </a:gs>
            <a:gs pos="100000">
              <a:srgbClr val="ffd7d7"/>
            </a:gs>
          </a:gsLst>
          <a:lin ang="36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Константин Андреевич Сомов</a:t>
            </a:r>
            <a:endParaRPr b="0" lang="ru-RU" sz="4400" strike="noStrike" u="none">
              <a:solidFill>
                <a:srgbClr val="ff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500" lnSpcReduction="19999"/>
          </a:bodyPr>
          <a:p>
            <a:pPr marL="432000" indent="0">
              <a:spcBef>
                <a:spcPts val="1417"/>
              </a:spcBef>
              <a:buNone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Художник, график, участник объединения «Мир искусства»   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Родился в 1869 году в Санкт-Петербурге. Один из ведущих мастеров русского художественного модерна. Уехал из России в 1917 году.   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Причина эмиграции: неприятие революционных перемен и разрушение культурной среды, в которой формировалось его искусство.   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Страны проживания: Россия, Италия, Франция, Великобритания.   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Место захоронения: кладбище Бромптон, Великобритания (Лондон). 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" name="" descr=""/>
          <p:cNvPicPr/>
          <p:nvPr/>
        </p:nvPicPr>
        <p:blipFill>
          <a:blip r:embed="rId1"/>
          <a:stretch/>
        </p:blipFill>
        <p:spPr>
          <a:xfrm>
            <a:off x="5760000" y="1440000"/>
            <a:ext cx="3047760" cy="3047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dde8cb"/>
            </a:gs>
            <a:gs pos="100000">
              <a:srgbClr val="ffd7d7"/>
            </a:gs>
          </a:gsLst>
          <a:lin ang="36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Заключение</a:t>
            </a:r>
            <a:endParaRPr b="0" lang="ru-RU" sz="4400" strike="noStrike" u="none">
              <a:solidFill>
                <a:srgbClr val="ff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0">
              <a:spcBef>
                <a:spcPts val="1417"/>
              </a:spcBef>
              <a:buNone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Все четверо — представители интеллектуальной и творческой элиты Российской империи.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Несмотря на трагедию изгнания, они сохранили русскую культурную традицию за рубежом, обогатили мировое искусство и мысль, и оставили неизгладимый след в истории XX века.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Их судьбы — разные профессии, разные страны проживания, разные места последнего упокоения — символизируют разнообразие и единство первой волны русского зарубежья.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LibreOffice/25.2.6.2$Linux_X86_64 LibreOffice_project/40d1a0e1d5bdf1afaeae24d9ece32bbb00fa66a4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2025-11-23T09:31:42Z</dcterms:created>
  <dc:creator/>
  <dc:description/>
  <dc:language>ru-RU</dc:language>
  <cp:lastModifiedBy/>
  <cp:lastPrinted>2025-11-23T09:44:50Z</cp:lastPrinted>
  <dcterms:modified xsi:type="dcterms:W3CDTF">2025-11-23T09:44:59Z</dcterms:modified>
  <cp:revision>3</cp:revision>
  <dc:subject/>
  <dc:title/>
</cp:coreProperties>
</file>